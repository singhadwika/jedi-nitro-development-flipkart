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Fredoka" charset="1" panose="02000000000000000000"/>
      <p:regular r:id="rId28"/>
    </p:embeddedFont>
    <p:embeddedFont>
      <p:font typeface="Belleza" charset="1" panose="020005030500000200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svg" Type="http://schemas.openxmlformats.org/officeDocument/2006/relationships/image"/><Relationship Id="rId11" Target="../media/image23.png" Type="http://schemas.openxmlformats.org/officeDocument/2006/relationships/image"/><Relationship Id="rId12" Target="../media/image24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9.png" Type="http://schemas.openxmlformats.org/officeDocument/2006/relationships/image"/><Relationship Id="rId8" Target="../media/image20.sv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27.png" Type="http://schemas.openxmlformats.org/officeDocument/2006/relationships/image"/><Relationship Id="rId8" Target="../media/image28.svg" Type="http://schemas.openxmlformats.org/officeDocument/2006/relationships/image"/><Relationship Id="rId9" Target="../media/image2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31.png" Type="http://schemas.openxmlformats.org/officeDocument/2006/relationships/image"/><Relationship Id="rId6" Target="../media/image32.svg" Type="http://schemas.openxmlformats.org/officeDocument/2006/relationships/image"/><Relationship Id="rId7" Target="../media/image33.png" Type="http://schemas.openxmlformats.org/officeDocument/2006/relationships/image"/><Relationship Id="rId8" Target="../media/image3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png" Type="http://schemas.openxmlformats.org/officeDocument/2006/relationships/image"/><Relationship Id="rId11" Target="../media/image39.png" Type="http://schemas.openxmlformats.org/officeDocument/2006/relationships/image"/><Relationship Id="rId12" Target="../media/image40.pn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35.png" Type="http://schemas.openxmlformats.org/officeDocument/2006/relationships/image"/><Relationship Id="rId8" Target="../media/image36.png" Type="http://schemas.openxmlformats.org/officeDocument/2006/relationships/image"/><Relationship Id="rId9" Target="../media/image3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4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4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4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4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4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4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4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48.png" Type="http://schemas.openxmlformats.org/officeDocument/2006/relationships/image"/><Relationship Id="rId6" Target="../media/image49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50.png" Type="http://schemas.openxmlformats.org/officeDocument/2006/relationships/image"/><Relationship Id="rId8" Target="../media/image51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587" y="-1413699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4" y="0"/>
                </a:lnTo>
                <a:lnTo>
                  <a:pt x="18547174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7446" y="1929812"/>
            <a:ext cx="7047782" cy="5727925"/>
          </a:xfrm>
          <a:custGeom>
            <a:avLst/>
            <a:gdLst/>
            <a:ahLst/>
            <a:cxnLst/>
            <a:rect r="r" b="b" t="t" l="l"/>
            <a:pathLst>
              <a:path h="5727925" w="7047782">
                <a:moveTo>
                  <a:pt x="0" y="0"/>
                </a:moveTo>
                <a:lnTo>
                  <a:pt x="7047782" y="0"/>
                </a:lnTo>
                <a:lnTo>
                  <a:pt x="7047782" y="5727925"/>
                </a:lnTo>
                <a:lnTo>
                  <a:pt x="0" y="57279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54140" y="7657737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619467" y="322461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8719314" y="3224611"/>
            <a:ext cx="8207375" cy="282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97"/>
              </a:lnSpc>
              <a:spcBef>
                <a:spcPct val="0"/>
              </a:spcBef>
            </a:pPr>
            <a:r>
              <a:rPr lang="en-US" sz="1858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FlipFit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26535" y="6271840"/>
            <a:ext cx="7900154" cy="438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Fitness begins with the decision to care for oneself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4440127" y="7657737"/>
            <a:ext cx="8558374" cy="8558374"/>
          </a:xfrm>
          <a:custGeom>
            <a:avLst/>
            <a:gdLst/>
            <a:ahLst/>
            <a:cxnLst/>
            <a:rect r="r" b="b" t="t" l="l"/>
            <a:pathLst>
              <a:path h="8558374" w="8558374">
                <a:moveTo>
                  <a:pt x="0" y="0"/>
                </a:moveTo>
                <a:lnTo>
                  <a:pt x="8558373" y="0"/>
                </a:lnTo>
                <a:lnTo>
                  <a:pt x="8558373" y="8558374"/>
                </a:lnTo>
                <a:lnTo>
                  <a:pt x="0" y="855837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677796" y="2942295"/>
            <a:ext cx="2641409" cy="437033"/>
          </a:xfrm>
          <a:custGeom>
            <a:avLst/>
            <a:gdLst/>
            <a:ahLst/>
            <a:cxnLst/>
            <a:rect r="r" b="b" t="t" l="l"/>
            <a:pathLst>
              <a:path h="437033" w="2641409">
                <a:moveTo>
                  <a:pt x="0" y="0"/>
                </a:moveTo>
                <a:lnTo>
                  <a:pt x="2641409" y="0"/>
                </a:lnTo>
                <a:lnTo>
                  <a:pt x="2641409" y="437033"/>
                </a:lnTo>
                <a:lnTo>
                  <a:pt x="0" y="4370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587" y="-1413699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4" y="0"/>
                </a:lnTo>
                <a:lnTo>
                  <a:pt x="18547174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2592177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-1937439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973605" y="1556036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5464" y="628303"/>
            <a:ext cx="11445874" cy="122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3"/>
              </a:lnSpc>
              <a:spcBef>
                <a:spcPct val="0"/>
              </a:spcBef>
            </a:pPr>
            <a:r>
              <a:rPr lang="en-US" sz="811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Table of Content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8558" y="1969683"/>
            <a:ext cx="13371392" cy="8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Problem Statement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Framework for 1 week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Stakeholders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Team Members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Roadmap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Project Goals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Engineering Practices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Tech Stack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Code and UML Diagrams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Execution Strategy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Key Challenges</a:t>
            </a:r>
          </a:p>
          <a:p>
            <a:pPr algn="l" marL="974811" indent="-487406" lvl="1">
              <a:lnSpc>
                <a:spcPts val="5418"/>
              </a:lnSpc>
              <a:buFont typeface="Arial"/>
              <a:buChar char="•"/>
            </a:pPr>
            <a:r>
              <a:rPr lang="en-US" sz="45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Demo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814993" y="3255996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356342" y="7790029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400706" y="8382357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7"/>
                </a:lnTo>
                <a:lnTo>
                  <a:pt x="0" y="41475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214202" y="7067907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558076">
            <a:off x="12668224" y="2983921"/>
            <a:ext cx="4303453" cy="4319159"/>
          </a:xfrm>
          <a:custGeom>
            <a:avLst/>
            <a:gdLst/>
            <a:ahLst/>
            <a:cxnLst/>
            <a:rect r="r" b="b" t="t" l="l"/>
            <a:pathLst>
              <a:path h="4319159" w="4303453">
                <a:moveTo>
                  <a:pt x="0" y="0"/>
                </a:moveTo>
                <a:lnTo>
                  <a:pt x="4303453" y="0"/>
                </a:lnTo>
                <a:lnTo>
                  <a:pt x="4303453" y="4319158"/>
                </a:lnTo>
                <a:lnTo>
                  <a:pt x="0" y="431915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587" y="-1413699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4" y="0"/>
                </a:lnTo>
                <a:lnTo>
                  <a:pt x="18547174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1014843">
            <a:off x="14627836" y="2659588"/>
            <a:ext cx="1951000" cy="4967824"/>
          </a:xfrm>
          <a:custGeom>
            <a:avLst/>
            <a:gdLst/>
            <a:ahLst/>
            <a:cxnLst/>
            <a:rect r="r" b="b" t="t" l="l"/>
            <a:pathLst>
              <a:path h="4967824" w="1951000">
                <a:moveTo>
                  <a:pt x="0" y="0"/>
                </a:moveTo>
                <a:lnTo>
                  <a:pt x="1951000" y="0"/>
                </a:lnTo>
                <a:lnTo>
                  <a:pt x="1951000" y="4967824"/>
                </a:lnTo>
                <a:lnTo>
                  <a:pt x="0" y="4967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410922" y="4846508"/>
            <a:ext cx="10824746" cy="200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98"/>
              </a:lnSpc>
              <a:spcBef>
                <a:spcPct val="0"/>
              </a:spcBef>
            </a:pPr>
            <a:r>
              <a:rPr lang="en-US" sz="44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Design a UI and a backend system for a new enterprise application that Flipkart is launching, FlipFit.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6343789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1612975" y="-2242337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7"/>
                </a:lnTo>
                <a:lnTo>
                  <a:pt x="0" y="41475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952166" y="1905260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823295" y="8555267"/>
            <a:ext cx="2641409" cy="437033"/>
          </a:xfrm>
          <a:custGeom>
            <a:avLst/>
            <a:gdLst/>
            <a:ahLst/>
            <a:cxnLst/>
            <a:rect r="r" b="b" t="t" l="l"/>
            <a:pathLst>
              <a:path h="437033" w="2641409">
                <a:moveTo>
                  <a:pt x="0" y="0"/>
                </a:moveTo>
                <a:lnTo>
                  <a:pt x="2641410" y="0"/>
                </a:lnTo>
                <a:lnTo>
                  <a:pt x="2641410" y="437033"/>
                </a:lnTo>
                <a:lnTo>
                  <a:pt x="0" y="4370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021021" y="3198981"/>
            <a:ext cx="9604549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3"/>
              </a:lnSpc>
              <a:spcBef>
                <a:spcPct val="0"/>
              </a:spcBef>
            </a:pPr>
            <a:r>
              <a:rPr lang="en-US" sz="8111">
                <a:solidFill>
                  <a:srgbClr val="000000"/>
                </a:solidFill>
                <a:latin typeface="Fredoka"/>
                <a:ea typeface="Fredoka"/>
                <a:cs typeface="Fredoka"/>
                <a:sym typeface="Fredoka"/>
              </a:rPr>
              <a:t>Problem Statement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587" y="-1413699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4" y="0"/>
                </a:lnTo>
                <a:lnTo>
                  <a:pt x="18547174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92211" y="7092684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836127" y="8835127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85290" y="9258300"/>
            <a:ext cx="2641409" cy="437033"/>
          </a:xfrm>
          <a:custGeom>
            <a:avLst/>
            <a:gdLst/>
            <a:ahLst/>
            <a:cxnLst/>
            <a:rect r="r" b="b" t="t" l="l"/>
            <a:pathLst>
              <a:path h="437033" w="2641409">
                <a:moveTo>
                  <a:pt x="0" y="0"/>
                </a:moveTo>
                <a:lnTo>
                  <a:pt x="2641409" y="0"/>
                </a:lnTo>
                <a:lnTo>
                  <a:pt x="2641409" y="437033"/>
                </a:lnTo>
                <a:lnTo>
                  <a:pt x="0" y="4370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15384" y="3081475"/>
            <a:ext cx="4000285" cy="2320165"/>
          </a:xfrm>
          <a:custGeom>
            <a:avLst/>
            <a:gdLst/>
            <a:ahLst/>
            <a:cxnLst/>
            <a:rect r="r" b="b" t="t" l="l"/>
            <a:pathLst>
              <a:path h="2320165" w="4000285">
                <a:moveTo>
                  <a:pt x="0" y="0"/>
                </a:moveTo>
                <a:lnTo>
                  <a:pt x="4000285" y="0"/>
                </a:lnTo>
                <a:lnTo>
                  <a:pt x="4000285" y="2320165"/>
                </a:lnTo>
                <a:lnTo>
                  <a:pt x="0" y="23201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46229" y="6355774"/>
            <a:ext cx="4000285" cy="2320165"/>
          </a:xfrm>
          <a:custGeom>
            <a:avLst/>
            <a:gdLst/>
            <a:ahLst/>
            <a:cxnLst/>
            <a:rect r="r" b="b" t="t" l="l"/>
            <a:pathLst>
              <a:path h="2320165" w="4000285">
                <a:moveTo>
                  <a:pt x="0" y="0"/>
                </a:moveTo>
                <a:lnTo>
                  <a:pt x="4000285" y="0"/>
                </a:lnTo>
                <a:lnTo>
                  <a:pt x="4000285" y="2320166"/>
                </a:lnTo>
                <a:lnTo>
                  <a:pt x="0" y="23201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05852" y="3081475"/>
            <a:ext cx="4000285" cy="2320165"/>
          </a:xfrm>
          <a:custGeom>
            <a:avLst/>
            <a:gdLst/>
            <a:ahLst/>
            <a:cxnLst/>
            <a:rect r="r" b="b" t="t" l="l"/>
            <a:pathLst>
              <a:path h="2320165" w="4000285">
                <a:moveTo>
                  <a:pt x="0" y="0"/>
                </a:moveTo>
                <a:lnTo>
                  <a:pt x="4000285" y="0"/>
                </a:lnTo>
                <a:lnTo>
                  <a:pt x="4000285" y="2320165"/>
                </a:lnTo>
                <a:lnTo>
                  <a:pt x="0" y="23201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06137" y="6514962"/>
            <a:ext cx="4000285" cy="2320165"/>
          </a:xfrm>
          <a:custGeom>
            <a:avLst/>
            <a:gdLst/>
            <a:ahLst/>
            <a:cxnLst/>
            <a:rect r="r" b="b" t="t" l="l"/>
            <a:pathLst>
              <a:path h="2320165" w="4000285">
                <a:moveTo>
                  <a:pt x="0" y="0"/>
                </a:moveTo>
                <a:lnTo>
                  <a:pt x="4000285" y="0"/>
                </a:lnTo>
                <a:lnTo>
                  <a:pt x="4000285" y="2320165"/>
                </a:lnTo>
                <a:lnTo>
                  <a:pt x="0" y="232016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5400000">
            <a:off x="4486949" y="4413305"/>
            <a:ext cx="2165674" cy="1976670"/>
          </a:xfrm>
          <a:custGeom>
            <a:avLst/>
            <a:gdLst/>
            <a:ahLst/>
            <a:cxnLst/>
            <a:rect r="r" b="b" t="t" l="l"/>
            <a:pathLst>
              <a:path h="1976670" w="2165674">
                <a:moveTo>
                  <a:pt x="0" y="0"/>
                </a:moveTo>
                <a:lnTo>
                  <a:pt x="2165675" y="0"/>
                </a:lnTo>
                <a:lnTo>
                  <a:pt x="2165675" y="1976670"/>
                </a:lnTo>
                <a:lnTo>
                  <a:pt x="0" y="1976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46228" y="341771"/>
            <a:ext cx="6652489" cy="2460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3"/>
              </a:lnSpc>
              <a:spcBef>
                <a:spcPct val="0"/>
              </a:spcBef>
            </a:pPr>
            <a:r>
              <a:rPr lang="en-US" sz="811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Framework f</a:t>
            </a:r>
            <a:r>
              <a:rPr lang="en-US" sz="811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or 1 we</a:t>
            </a:r>
            <a:r>
              <a:rPr lang="en-US" sz="811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ek 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5400000">
            <a:off x="12703845" y="4690712"/>
            <a:ext cx="2165674" cy="1976670"/>
          </a:xfrm>
          <a:custGeom>
            <a:avLst/>
            <a:gdLst/>
            <a:ahLst/>
            <a:cxnLst/>
            <a:rect r="r" b="b" t="t" l="l"/>
            <a:pathLst>
              <a:path h="1976670" w="2165674">
                <a:moveTo>
                  <a:pt x="0" y="0"/>
                </a:moveTo>
                <a:lnTo>
                  <a:pt x="2165674" y="0"/>
                </a:lnTo>
                <a:lnTo>
                  <a:pt x="2165674" y="1976670"/>
                </a:lnTo>
                <a:lnTo>
                  <a:pt x="0" y="197667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true" rot="-5329474">
            <a:off x="8154041" y="5424638"/>
            <a:ext cx="2165674" cy="1976670"/>
          </a:xfrm>
          <a:custGeom>
            <a:avLst/>
            <a:gdLst/>
            <a:ahLst/>
            <a:cxnLst/>
            <a:rect r="r" b="b" t="t" l="l"/>
            <a:pathLst>
              <a:path h="1976670" w="2165674">
                <a:moveTo>
                  <a:pt x="0" y="1976670"/>
                </a:moveTo>
                <a:lnTo>
                  <a:pt x="2165675" y="1976670"/>
                </a:lnTo>
                <a:lnTo>
                  <a:pt x="2165675" y="0"/>
                </a:lnTo>
                <a:lnTo>
                  <a:pt x="0" y="0"/>
                </a:lnTo>
                <a:lnTo>
                  <a:pt x="0" y="197667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-1134551" y="3880653"/>
            <a:ext cx="790015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Mak</a:t>
            </a: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e daily </a:t>
            </a:r>
          </a:p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targets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96295" y="7062730"/>
            <a:ext cx="7900154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L</a:t>
            </a: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earn new</a:t>
            </a:r>
          </a:p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technologies</a:t>
            </a:r>
          </a:p>
          <a:p>
            <a:pPr algn="ctr">
              <a:lnSpc>
                <a:spcPts val="3498"/>
              </a:lnSpc>
              <a:spcBef>
                <a:spcPct val="0"/>
              </a:spcBef>
            </a:pPr>
          </a:p>
          <a:p>
            <a:pPr algn="ctr">
              <a:lnSpc>
                <a:spcPts val="3498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7055918" y="3719910"/>
            <a:ext cx="790015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R</a:t>
            </a: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esolve doubts and </a:t>
            </a:r>
          </a:p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Code conflicts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056203" y="7236895"/>
            <a:ext cx="7900154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Pr</a:t>
            </a: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oject</a:t>
            </a:r>
          </a:p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Development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387767">
            <a:off x="14079446" y="797799"/>
            <a:ext cx="3426008" cy="3338801"/>
          </a:xfrm>
          <a:custGeom>
            <a:avLst/>
            <a:gdLst/>
            <a:ahLst/>
            <a:cxnLst/>
            <a:rect r="r" b="b" t="t" l="l"/>
            <a:pathLst>
              <a:path h="3338801" w="3426008">
                <a:moveTo>
                  <a:pt x="0" y="0"/>
                </a:moveTo>
                <a:lnTo>
                  <a:pt x="3426008" y="0"/>
                </a:lnTo>
                <a:lnTo>
                  <a:pt x="3426008" y="3338801"/>
                </a:lnTo>
                <a:lnTo>
                  <a:pt x="0" y="333880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587" y="-1413699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4" y="0"/>
                </a:lnTo>
                <a:lnTo>
                  <a:pt x="18547174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-1937439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014223" y="2210157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193597" y="3193964"/>
            <a:ext cx="2185491" cy="2720499"/>
          </a:xfrm>
          <a:custGeom>
            <a:avLst/>
            <a:gdLst/>
            <a:ahLst/>
            <a:cxnLst/>
            <a:rect r="r" b="b" t="t" l="l"/>
            <a:pathLst>
              <a:path h="2720499" w="2185491">
                <a:moveTo>
                  <a:pt x="0" y="0"/>
                </a:moveTo>
                <a:lnTo>
                  <a:pt x="2185491" y="0"/>
                </a:lnTo>
                <a:lnTo>
                  <a:pt x="2185491" y="2720500"/>
                </a:lnTo>
                <a:lnTo>
                  <a:pt x="0" y="27205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102490" y="3193964"/>
            <a:ext cx="3625939" cy="3019406"/>
          </a:xfrm>
          <a:custGeom>
            <a:avLst/>
            <a:gdLst/>
            <a:ahLst/>
            <a:cxnLst/>
            <a:rect r="r" b="b" t="t" l="l"/>
            <a:pathLst>
              <a:path h="3019406" w="3625939">
                <a:moveTo>
                  <a:pt x="0" y="0"/>
                </a:moveTo>
                <a:lnTo>
                  <a:pt x="3625938" y="0"/>
                </a:lnTo>
                <a:lnTo>
                  <a:pt x="3625938" y="3019406"/>
                </a:lnTo>
                <a:lnTo>
                  <a:pt x="0" y="301940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7842" y="3702934"/>
            <a:ext cx="3782841" cy="2001467"/>
          </a:xfrm>
          <a:custGeom>
            <a:avLst/>
            <a:gdLst/>
            <a:ahLst/>
            <a:cxnLst/>
            <a:rect r="r" b="b" t="t" l="l"/>
            <a:pathLst>
              <a:path h="2001467" w="3782841">
                <a:moveTo>
                  <a:pt x="0" y="0"/>
                </a:moveTo>
                <a:lnTo>
                  <a:pt x="3782841" y="0"/>
                </a:lnTo>
                <a:lnTo>
                  <a:pt x="3782841" y="2001467"/>
                </a:lnTo>
                <a:lnTo>
                  <a:pt x="0" y="2001467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161671" y="420792"/>
            <a:ext cx="8249342" cy="122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3"/>
              </a:lnSpc>
              <a:spcBef>
                <a:spcPct val="0"/>
              </a:spcBef>
            </a:pPr>
            <a:r>
              <a:rPr lang="en-US" sz="811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STAKEHOLDERS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-1660814" y="6309753"/>
            <a:ext cx="790015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SPONSERS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336265" y="6213370"/>
            <a:ext cx="7900154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SME</a:t>
            </a:r>
          </a:p>
          <a:p>
            <a:pPr algn="ctr">
              <a:lnSpc>
                <a:spcPts val="3498"/>
              </a:lnSpc>
              <a:spcBef>
                <a:spcPct val="0"/>
              </a:spcBef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Amit</a:t>
            </a: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 Balyan</a:t>
            </a:r>
          </a:p>
          <a:p>
            <a:pPr algn="ctr">
              <a:lnSpc>
                <a:spcPts val="3498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965382" y="6528828"/>
            <a:ext cx="7900154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8"/>
              </a:lnSpc>
            </a:pPr>
            <a:r>
              <a:rPr lang="en-US" sz="29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COORDINATORS</a:t>
            </a:r>
          </a:p>
          <a:p>
            <a:pPr algn="ctr">
              <a:lnSpc>
                <a:spcPts val="3498"/>
              </a:lnSpc>
            </a:pPr>
          </a:p>
          <a:p>
            <a:pPr algn="ctr">
              <a:lnSpc>
                <a:spcPts val="349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587" y="-1413699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4" y="0"/>
                </a:lnTo>
                <a:lnTo>
                  <a:pt x="18547174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343789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12975" y="-2242337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7"/>
                </a:lnTo>
                <a:lnTo>
                  <a:pt x="0" y="41475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00016" y="2072903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25657" y="9630981"/>
            <a:ext cx="2641409" cy="437033"/>
          </a:xfrm>
          <a:custGeom>
            <a:avLst/>
            <a:gdLst/>
            <a:ahLst/>
            <a:cxnLst/>
            <a:rect r="r" b="b" t="t" l="l"/>
            <a:pathLst>
              <a:path h="437033" w="2641409">
                <a:moveTo>
                  <a:pt x="0" y="0"/>
                </a:moveTo>
                <a:lnTo>
                  <a:pt x="2641409" y="0"/>
                </a:lnTo>
                <a:lnTo>
                  <a:pt x="2641409" y="437033"/>
                </a:lnTo>
                <a:lnTo>
                  <a:pt x="0" y="43703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35195" y="420792"/>
            <a:ext cx="10091154" cy="1225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33"/>
              </a:lnSpc>
              <a:spcBef>
                <a:spcPct val="0"/>
              </a:spcBef>
            </a:pPr>
            <a:r>
              <a:rPr lang="en-US" sz="8111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TEAM MEMBERS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17199" y="2486551"/>
            <a:ext cx="8727146" cy="6952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2589" indent="-496294" lvl="1">
              <a:lnSpc>
                <a:spcPts val="5516"/>
              </a:lnSpc>
              <a:buAutoNum type="arabicPeriod" startAt="1"/>
            </a:pPr>
            <a:r>
              <a:rPr lang="en-US" sz="4597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Lakshit Jain (Leader)</a:t>
            </a:r>
          </a:p>
          <a:p>
            <a:pPr algn="ctr" marL="992589" indent="-496294" lvl="1">
              <a:lnSpc>
                <a:spcPts val="5516"/>
              </a:lnSpc>
              <a:buAutoNum type="arabicPeriod" startAt="1"/>
            </a:pPr>
            <a:r>
              <a:rPr lang="en-US" sz="4597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Adwika Singh (Sub Leader)</a:t>
            </a:r>
          </a:p>
          <a:p>
            <a:pPr algn="ctr" marL="992589" indent="-496294" lvl="1">
              <a:lnSpc>
                <a:spcPts val="5516"/>
              </a:lnSpc>
              <a:buAutoNum type="arabicPeriod" startAt="1"/>
            </a:pPr>
            <a:r>
              <a:rPr lang="en-US" sz="4597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Shiv Pandey</a:t>
            </a:r>
          </a:p>
          <a:p>
            <a:pPr algn="ctr" marL="992589" indent="-496294" lvl="1">
              <a:lnSpc>
                <a:spcPts val="5516"/>
              </a:lnSpc>
              <a:buAutoNum type="arabicPeriod" startAt="1"/>
            </a:pPr>
            <a:r>
              <a:rPr lang="en-US" sz="4597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Agastya kumar yadav</a:t>
            </a:r>
          </a:p>
          <a:p>
            <a:pPr algn="ctr" marL="992589" indent="-496294" lvl="1">
              <a:lnSpc>
                <a:spcPts val="5516"/>
              </a:lnSpc>
              <a:buAutoNum type="arabicPeriod" startAt="1"/>
            </a:pPr>
            <a:r>
              <a:rPr lang="en-US" sz="4597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Akarsh Kumar</a:t>
            </a:r>
          </a:p>
          <a:p>
            <a:pPr algn="ctr" marL="992589" indent="-496294" lvl="1">
              <a:lnSpc>
                <a:spcPts val="5516"/>
              </a:lnSpc>
              <a:buAutoNum type="arabicPeriod" startAt="1"/>
            </a:pPr>
            <a:r>
              <a:rPr lang="en-US" sz="4597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Saumyajeet Varma</a:t>
            </a:r>
          </a:p>
          <a:p>
            <a:pPr algn="ctr" marL="992589" indent="-496294" lvl="1">
              <a:lnSpc>
                <a:spcPts val="5516"/>
              </a:lnSpc>
              <a:buAutoNum type="arabicPeriod" startAt="1"/>
            </a:pPr>
            <a:r>
              <a:rPr lang="en-US" sz="4597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Poojitha </a:t>
            </a:r>
          </a:p>
          <a:p>
            <a:pPr algn="ctr" marL="992589" indent="-496294" lvl="1">
              <a:lnSpc>
                <a:spcPts val="5516"/>
              </a:lnSpc>
              <a:buAutoNum type="arabicPeriod" startAt="1"/>
            </a:pPr>
            <a:r>
              <a:rPr lang="en-US" sz="4597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Nihitha Bolisetty</a:t>
            </a:r>
          </a:p>
          <a:p>
            <a:pPr algn="ctr" marL="992589" indent="-496294" lvl="1">
              <a:lnSpc>
                <a:spcPts val="5516"/>
              </a:lnSpc>
              <a:buAutoNum type="arabicPeriod" startAt="1"/>
            </a:pPr>
            <a:r>
              <a:rPr lang="en-US" sz="4597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Mandadapu Iskra</a:t>
            </a:r>
          </a:p>
          <a:p>
            <a:pPr algn="ctr" marL="992589" indent="-496294" lvl="1">
              <a:lnSpc>
                <a:spcPts val="5516"/>
              </a:lnSpc>
              <a:buAutoNum type="arabicPeriod" startAt="1"/>
            </a:pPr>
            <a:r>
              <a:rPr lang="en-US" sz="4597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Lakshmi Manvitha Vegi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615715" y="1028700"/>
            <a:ext cx="5202621" cy="4114800"/>
          </a:xfrm>
          <a:custGeom>
            <a:avLst/>
            <a:gdLst/>
            <a:ahLst/>
            <a:cxnLst/>
            <a:rect r="r" b="b" t="t" l="l"/>
            <a:pathLst>
              <a:path h="4114800" w="5202621">
                <a:moveTo>
                  <a:pt x="0" y="0"/>
                </a:moveTo>
                <a:lnTo>
                  <a:pt x="5202621" y="0"/>
                </a:lnTo>
                <a:lnTo>
                  <a:pt x="520262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1487" y="-1413699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4" y="0"/>
                </a:lnTo>
                <a:lnTo>
                  <a:pt x="18547174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02915" y="90731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99874" y="8411954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46213" y="4523081"/>
            <a:ext cx="3086100" cy="30861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15B7C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Belleza"/>
                  <a:ea typeface="Belleza"/>
                  <a:cs typeface="Belleza"/>
                  <a:sym typeface="Belleza"/>
                </a:rPr>
                <a:t>Understanding the project goals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099874" y="4523081"/>
            <a:ext cx="3086100" cy="3086100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15B7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Belleza"/>
                  <a:ea typeface="Belleza"/>
                  <a:cs typeface="Belleza"/>
                  <a:sym typeface="Belleza"/>
                </a:rPr>
                <a:t>Selecting the technologies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20243" y="4523081"/>
            <a:ext cx="3086100" cy="30861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15B7C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Belleza"/>
                  <a:ea typeface="Belleza"/>
                  <a:cs typeface="Belleza"/>
                  <a:sym typeface="Belleza"/>
                </a:rPr>
                <a:t>Design thinking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744468" y="4534538"/>
            <a:ext cx="3086100" cy="3086100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15B7C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Belleza"/>
                  <a:ea typeface="Belleza"/>
                  <a:cs typeface="Belleza"/>
                  <a:sym typeface="Belleza"/>
                </a:rPr>
                <a:t>Adapting to a developer mindset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74010" y="4523081"/>
            <a:ext cx="3086100" cy="3086100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315B7C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155575"/>
              <a:ext cx="711200" cy="4540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  <a:r>
                <a:rPr lang="en-US" sz="1899">
                  <a:solidFill>
                    <a:srgbClr val="FFFFFF"/>
                  </a:solidFill>
                  <a:latin typeface="Belleza"/>
                  <a:ea typeface="Belleza"/>
                  <a:cs typeface="Belleza"/>
                  <a:sym typeface="Belleza"/>
                </a:rPr>
                <a:t>Project demo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84959" y="763163"/>
            <a:ext cx="7766490" cy="14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63"/>
              </a:lnSpc>
              <a:spcBef>
                <a:spcPct val="0"/>
              </a:spcBef>
            </a:pPr>
            <a:r>
              <a:rPr lang="en-US" sz="946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Road map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-558076">
            <a:off x="12875942" y="-285615"/>
            <a:ext cx="4303453" cy="4319159"/>
          </a:xfrm>
          <a:custGeom>
            <a:avLst/>
            <a:gdLst/>
            <a:ahLst/>
            <a:cxnLst/>
            <a:rect r="r" b="b" t="t" l="l"/>
            <a:pathLst>
              <a:path h="4319159" w="4303453">
                <a:moveTo>
                  <a:pt x="0" y="0"/>
                </a:moveTo>
                <a:lnTo>
                  <a:pt x="4303453" y="0"/>
                </a:lnTo>
                <a:lnTo>
                  <a:pt x="4303453" y="4319159"/>
                </a:lnTo>
                <a:lnTo>
                  <a:pt x="0" y="43191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9587" y="-194874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4" y="0"/>
                </a:lnTo>
                <a:lnTo>
                  <a:pt x="18547174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-1937439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720827" y="1028700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79442" y="1875046"/>
            <a:ext cx="5454067" cy="3487526"/>
            <a:chOff x="0" y="0"/>
            <a:chExt cx="7272089" cy="4650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100352" cy="4650034"/>
            </a:xfrm>
            <a:custGeom>
              <a:avLst/>
              <a:gdLst/>
              <a:ahLst/>
              <a:cxnLst/>
              <a:rect r="r" b="b" t="t" l="l"/>
              <a:pathLst>
                <a:path h="4650034" w="7100352">
                  <a:moveTo>
                    <a:pt x="0" y="0"/>
                  </a:moveTo>
                  <a:lnTo>
                    <a:pt x="7100352" y="0"/>
                  </a:lnTo>
                  <a:lnTo>
                    <a:pt x="7100352" y="4650034"/>
                  </a:lnTo>
                  <a:lnTo>
                    <a:pt x="0" y="4650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60444">
              <a:off x="313617" y="919247"/>
              <a:ext cx="6934293" cy="2811541"/>
            </a:xfrm>
            <a:custGeom>
              <a:avLst/>
              <a:gdLst/>
              <a:ahLst/>
              <a:cxnLst/>
              <a:rect r="r" b="b" t="t" l="l"/>
              <a:pathLst>
                <a:path h="2811541" w="6934293">
                  <a:moveTo>
                    <a:pt x="0" y="0"/>
                  </a:moveTo>
                  <a:lnTo>
                    <a:pt x="6934293" y="0"/>
                  </a:lnTo>
                  <a:lnTo>
                    <a:pt x="6934293" y="2811541"/>
                  </a:lnTo>
                  <a:lnTo>
                    <a:pt x="0" y="2811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42321" y="421819"/>
            <a:ext cx="8487534" cy="1030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94"/>
              </a:lnSpc>
              <a:spcBef>
                <a:spcPct val="0"/>
              </a:spcBef>
            </a:pPr>
            <a:r>
              <a:rPr lang="en-US" sz="682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Project Goals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42714" y="3368379"/>
            <a:ext cx="4837122" cy="66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"/>
              </a:lnSpc>
              <a:spcBef>
                <a:spcPct val="0"/>
              </a:spcBef>
            </a:pP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User Friendly </a:t>
            </a: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gym center</a:t>
            </a:r>
          </a:p>
          <a:p>
            <a:pPr algn="ctr">
              <a:lnSpc>
                <a:spcPts val="2634"/>
              </a:lnSpc>
              <a:spcBef>
                <a:spcPct val="0"/>
              </a:spcBef>
            </a:pP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management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676857" y="932084"/>
            <a:ext cx="5454067" cy="3487526"/>
            <a:chOff x="0" y="0"/>
            <a:chExt cx="7272089" cy="465003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00352" cy="4650034"/>
            </a:xfrm>
            <a:custGeom>
              <a:avLst/>
              <a:gdLst/>
              <a:ahLst/>
              <a:cxnLst/>
              <a:rect r="r" b="b" t="t" l="l"/>
              <a:pathLst>
                <a:path h="4650034" w="7100352">
                  <a:moveTo>
                    <a:pt x="0" y="0"/>
                  </a:moveTo>
                  <a:lnTo>
                    <a:pt x="7100352" y="0"/>
                  </a:lnTo>
                  <a:lnTo>
                    <a:pt x="7100352" y="4650034"/>
                  </a:lnTo>
                  <a:lnTo>
                    <a:pt x="0" y="4650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60444">
              <a:off x="313617" y="919247"/>
              <a:ext cx="6934293" cy="2811541"/>
            </a:xfrm>
            <a:custGeom>
              <a:avLst/>
              <a:gdLst/>
              <a:ahLst/>
              <a:cxnLst/>
              <a:rect r="r" b="b" t="t" l="l"/>
              <a:pathLst>
                <a:path h="2811541" w="6934293">
                  <a:moveTo>
                    <a:pt x="0" y="0"/>
                  </a:moveTo>
                  <a:lnTo>
                    <a:pt x="6934293" y="0"/>
                  </a:lnTo>
                  <a:lnTo>
                    <a:pt x="6934293" y="2811541"/>
                  </a:lnTo>
                  <a:lnTo>
                    <a:pt x="0" y="2811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416966" y="3618808"/>
            <a:ext cx="5454067" cy="3487526"/>
            <a:chOff x="0" y="0"/>
            <a:chExt cx="7272089" cy="465003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00352" cy="4650034"/>
            </a:xfrm>
            <a:custGeom>
              <a:avLst/>
              <a:gdLst/>
              <a:ahLst/>
              <a:cxnLst/>
              <a:rect r="r" b="b" t="t" l="l"/>
              <a:pathLst>
                <a:path h="4650034" w="7100352">
                  <a:moveTo>
                    <a:pt x="0" y="0"/>
                  </a:moveTo>
                  <a:lnTo>
                    <a:pt x="7100352" y="0"/>
                  </a:lnTo>
                  <a:lnTo>
                    <a:pt x="7100352" y="4650034"/>
                  </a:lnTo>
                  <a:lnTo>
                    <a:pt x="0" y="4650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60444">
              <a:off x="313617" y="919247"/>
              <a:ext cx="6934293" cy="2811541"/>
            </a:xfrm>
            <a:custGeom>
              <a:avLst/>
              <a:gdLst/>
              <a:ahLst/>
              <a:cxnLst/>
              <a:rect r="r" b="b" t="t" l="l"/>
              <a:pathLst>
                <a:path h="2811541" w="6934293">
                  <a:moveTo>
                    <a:pt x="0" y="0"/>
                  </a:moveTo>
                  <a:lnTo>
                    <a:pt x="6934293" y="0"/>
                  </a:lnTo>
                  <a:lnTo>
                    <a:pt x="6934293" y="2811541"/>
                  </a:lnTo>
                  <a:lnTo>
                    <a:pt x="0" y="2811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177500" y="6799474"/>
            <a:ext cx="5325264" cy="3487526"/>
          </a:xfrm>
          <a:custGeom>
            <a:avLst/>
            <a:gdLst/>
            <a:ahLst/>
            <a:cxnLst/>
            <a:rect r="r" b="b" t="t" l="l"/>
            <a:pathLst>
              <a:path h="3487526" w="5325264">
                <a:moveTo>
                  <a:pt x="0" y="0"/>
                </a:moveTo>
                <a:lnTo>
                  <a:pt x="5325264" y="0"/>
                </a:lnTo>
                <a:lnTo>
                  <a:pt x="5325264" y="3487526"/>
                </a:lnTo>
                <a:lnTo>
                  <a:pt x="0" y="34875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60444">
            <a:off x="2307398" y="7384958"/>
            <a:ext cx="5200720" cy="2108655"/>
          </a:xfrm>
          <a:custGeom>
            <a:avLst/>
            <a:gdLst/>
            <a:ahLst/>
            <a:cxnLst/>
            <a:rect r="r" b="b" t="t" l="l"/>
            <a:pathLst>
              <a:path h="2108655" w="5200720">
                <a:moveTo>
                  <a:pt x="0" y="0"/>
                </a:moveTo>
                <a:lnTo>
                  <a:pt x="5200719" y="0"/>
                </a:lnTo>
                <a:lnTo>
                  <a:pt x="5200719" y="2108656"/>
                </a:lnTo>
                <a:lnTo>
                  <a:pt x="0" y="210865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1444353" y="6255586"/>
            <a:ext cx="5454067" cy="3487526"/>
            <a:chOff x="0" y="0"/>
            <a:chExt cx="7272089" cy="465003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00352" cy="4650034"/>
            </a:xfrm>
            <a:custGeom>
              <a:avLst/>
              <a:gdLst/>
              <a:ahLst/>
              <a:cxnLst/>
              <a:rect r="r" b="b" t="t" l="l"/>
              <a:pathLst>
                <a:path h="4650034" w="7100352">
                  <a:moveTo>
                    <a:pt x="0" y="0"/>
                  </a:moveTo>
                  <a:lnTo>
                    <a:pt x="7100352" y="0"/>
                  </a:lnTo>
                  <a:lnTo>
                    <a:pt x="7100352" y="4650034"/>
                  </a:lnTo>
                  <a:lnTo>
                    <a:pt x="0" y="46500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60444">
              <a:off x="313617" y="919247"/>
              <a:ext cx="6934293" cy="2811541"/>
            </a:xfrm>
            <a:custGeom>
              <a:avLst/>
              <a:gdLst/>
              <a:ahLst/>
              <a:cxnLst/>
              <a:rect r="r" b="b" t="t" l="l"/>
              <a:pathLst>
                <a:path h="2811541" w="6934293">
                  <a:moveTo>
                    <a:pt x="0" y="0"/>
                  </a:moveTo>
                  <a:lnTo>
                    <a:pt x="6934293" y="0"/>
                  </a:lnTo>
                  <a:lnTo>
                    <a:pt x="6934293" y="2811541"/>
                  </a:lnTo>
                  <a:lnTo>
                    <a:pt x="0" y="28115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421571" y="8203677"/>
            <a:ext cx="4837122" cy="66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"/>
              </a:lnSpc>
              <a:spcBef>
                <a:spcPct val="0"/>
              </a:spcBef>
            </a:pP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Tim</a:t>
            </a: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e-slot based</a:t>
            </a:r>
          </a:p>
          <a:p>
            <a:pPr algn="ctr">
              <a:lnSpc>
                <a:spcPts val="2634"/>
              </a:lnSpc>
              <a:spcBef>
                <a:spcPct val="0"/>
              </a:spcBef>
            </a:pP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scheduling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725439" y="5023040"/>
            <a:ext cx="4837122" cy="66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"/>
              </a:lnSpc>
              <a:spcBef>
                <a:spcPct val="0"/>
              </a:spcBef>
            </a:pP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C</a:t>
            </a: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onflict-free user</a:t>
            </a:r>
          </a:p>
          <a:p>
            <a:pPr algn="ctr">
              <a:lnSpc>
                <a:spcPts val="2634"/>
              </a:lnSpc>
              <a:spcBef>
                <a:spcPct val="0"/>
              </a:spcBef>
            </a:pP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bookings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61298" y="2336315"/>
            <a:ext cx="4837122" cy="6695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"/>
              </a:lnSpc>
              <a:spcBef>
                <a:spcPct val="0"/>
              </a:spcBef>
            </a:pP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B</a:t>
            </a: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ooking cancellation</a:t>
            </a:r>
          </a:p>
          <a:p>
            <a:pPr algn="ctr">
              <a:lnSpc>
                <a:spcPts val="2634"/>
              </a:lnSpc>
              <a:spcBef>
                <a:spcPct val="0"/>
              </a:spcBef>
            </a:pPr>
            <a:r>
              <a:rPr lang="en-US" sz="219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and waitlist handling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871034" y="7769748"/>
            <a:ext cx="4837122" cy="13295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4"/>
              </a:lnSpc>
              <a:spcBef>
                <a:spcPct val="0"/>
              </a:spcBef>
            </a:pPr>
            <a:r>
              <a:rPr lang="en-US" sz="2195" spc="3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Sca</a:t>
            </a:r>
            <a:r>
              <a:rPr lang="en-US" sz="2195" spc="3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lable enterprise-</a:t>
            </a:r>
          </a:p>
          <a:p>
            <a:pPr algn="ctr">
              <a:lnSpc>
                <a:spcPts val="2634"/>
              </a:lnSpc>
              <a:spcBef>
                <a:spcPct val="0"/>
              </a:spcBef>
            </a:pPr>
            <a:r>
              <a:rPr lang="en-US" sz="2195" spc="3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ready design</a:t>
            </a:r>
          </a:p>
          <a:p>
            <a:pPr algn="ctr">
              <a:lnSpc>
                <a:spcPts val="2634"/>
              </a:lnSpc>
              <a:spcBef>
                <a:spcPct val="0"/>
              </a:spcBef>
            </a:pPr>
          </a:p>
          <a:p>
            <a:pPr algn="ctr">
              <a:lnSpc>
                <a:spcPts val="263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374" y="-419241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4" y="0"/>
                </a:lnTo>
                <a:lnTo>
                  <a:pt x="18547174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200829" y="605527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428972">
            <a:off x="15277810" y="6818425"/>
            <a:ext cx="3538728" cy="4114800"/>
          </a:xfrm>
          <a:custGeom>
            <a:avLst/>
            <a:gdLst/>
            <a:ahLst/>
            <a:cxnLst/>
            <a:rect r="r" b="b" t="t" l="l"/>
            <a:pathLst>
              <a:path h="4114800" w="3538728">
                <a:moveTo>
                  <a:pt x="0" y="0"/>
                </a:moveTo>
                <a:lnTo>
                  <a:pt x="3538728" y="0"/>
                </a:lnTo>
                <a:lnTo>
                  <a:pt x="35387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41608" y="558176"/>
            <a:ext cx="13452404" cy="14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63"/>
              </a:lnSpc>
              <a:spcBef>
                <a:spcPct val="0"/>
              </a:spcBef>
            </a:pPr>
            <a:r>
              <a:rPr lang="en-US" sz="946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Engineering Practices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2238338" y="4297893"/>
            <a:ext cx="12571810" cy="28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H="true">
            <a:off x="2238309" y="4296758"/>
            <a:ext cx="19050" cy="12797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>
            <a:off x="4405494" y="4256029"/>
            <a:ext cx="0" cy="341567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6248972" y="4297326"/>
            <a:ext cx="0" cy="12802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>
            <a:off x="8677845" y="2095078"/>
            <a:ext cx="0" cy="536027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 flipH="true">
            <a:off x="11230939" y="4297893"/>
            <a:ext cx="19050" cy="127971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H="true">
            <a:off x="14810148" y="4279126"/>
            <a:ext cx="0" cy="304261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3" id="13"/>
          <p:cNvSpPr/>
          <p:nvPr/>
        </p:nvSpPr>
        <p:spPr>
          <a:xfrm flipH="false" flipV="false" rot="0">
            <a:off x="2148343" y="5397957"/>
            <a:ext cx="179931" cy="179931"/>
          </a:xfrm>
          <a:custGeom>
            <a:avLst/>
            <a:gdLst/>
            <a:ahLst/>
            <a:cxnLst/>
            <a:rect r="r" b="b" t="t" l="l"/>
            <a:pathLst>
              <a:path h="179931" w="179931">
                <a:moveTo>
                  <a:pt x="0" y="0"/>
                </a:moveTo>
                <a:lnTo>
                  <a:pt x="179931" y="0"/>
                </a:lnTo>
                <a:lnTo>
                  <a:pt x="179931" y="179931"/>
                </a:lnTo>
                <a:lnTo>
                  <a:pt x="0" y="179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315528" y="7671705"/>
            <a:ext cx="179931" cy="179931"/>
          </a:xfrm>
          <a:custGeom>
            <a:avLst/>
            <a:gdLst/>
            <a:ahLst/>
            <a:cxnLst/>
            <a:rect r="r" b="b" t="t" l="l"/>
            <a:pathLst>
              <a:path h="179931" w="179931">
                <a:moveTo>
                  <a:pt x="0" y="0"/>
                </a:moveTo>
                <a:lnTo>
                  <a:pt x="179931" y="0"/>
                </a:lnTo>
                <a:lnTo>
                  <a:pt x="179931" y="179931"/>
                </a:lnTo>
                <a:lnTo>
                  <a:pt x="0" y="179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53853" y="5550357"/>
            <a:ext cx="179931" cy="179931"/>
          </a:xfrm>
          <a:custGeom>
            <a:avLst/>
            <a:gdLst/>
            <a:ahLst/>
            <a:cxnLst/>
            <a:rect r="r" b="b" t="t" l="l"/>
            <a:pathLst>
              <a:path h="179931" w="179931">
                <a:moveTo>
                  <a:pt x="0" y="0"/>
                </a:moveTo>
                <a:lnTo>
                  <a:pt x="179931" y="0"/>
                </a:lnTo>
                <a:lnTo>
                  <a:pt x="179931" y="179931"/>
                </a:lnTo>
                <a:lnTo>
                  <a:pt x="0" y="179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8587879" y="7455357"/>
            <a:ext cx="179931" cy="179931"/>
          </a:xfrm>
          <a:custGeom>
            <a:avLst/>
            <a:gdLst/>
            <a:ahLst/>
            <a:cxnLst/>
            <a:rect r="r" b="b" t="t" l="l"/>
            <a:pathLst>
              <a:path h="179931" w="179931">
                <a:moveTo>
                  <a:pt x="0" y="0"/>
                </a:moveTo>
                <a:lnTo>
                  <a:pt x="179931" y="0"/>
                </a:lnTo>
                <a:lnTo>
                  <a:pt x="179931" y="179931"/>
                </a:lnTo>
                <a:lnTo>
                  <a:pt x="0" y="179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121926" y="5550357"/>
            <a:ext cx="179931" cy="179931"/>
          </a:xfrm>
          <a:custGeom>
            <a:avLst/>
            <a:gdLst/>
            <a:ahLst/>
            <a:cxnLst/>
            <a:rect r="r" b="b" t="t" l="l"/>
            <a:pathLst>
              <a:path h="179931" w="179931">
                <a:moveTo>
                  <a:pt x="0" y="0"/>
                </a:moveTo>
                <a:lnTo>
                  <a:pt x="179931" y="0"/>
                </a:lnTo>
                <a:lnTo>
                  <a:pt x="179931" y="179931"/>
                </a:lnTo>
                <a:lnTo>
                  <a:pt x="0" y="179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4720183" y="7321742"/>
            <a:ext cx="179931" cy="179931"/>
          </a:xfrm>
          <a:custGeom>
            <a:avLst/>
            <a:gdLst/>
            <a:ahLst/>
            <a:cxnLst/>
            <a:rect r="r" b="b" t="t" l="l"/>
            <a:pathLst>
              <a:path h="179931" w="179931">
                <a:moveTo>
                  <a:pt x="0" y="0"/>
                </a:moveTo>
                <a:lnTo>
                  <a:pt x="179931" y="0"/>
                </a:lnTo>
                <a:lnTo>
                  <a:pt x="179931" y="179931"/>
                </a:lnTo>
                <a:lnTo>
                  <a:pt x="0" y="17993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870466" y="5592697"/>
            <a:ext cx="2915617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Modular Architecture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13419" y="7908786"/>
            <a:ext cx="2804220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Database per service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34177" y="5682663"/>
            <a:ext cx="2614985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Exception handling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191052" y="7704950"/>
            <a:ext cx="2973586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Strict Version Control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81877" y="5682663"/>
            <a:ext cx="3280097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Defensive programming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52989" y="7510210"/>
            <a:ext cx="3295501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Scalable design patterns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4216" y="9258300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224087" y="439875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Tech Stack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3024216" y="2111608"/>
            <a:ext cx="2206685" cy="2769235"/>
            <a:chOff x="0" y="0"/>
            <a:chExt cx="2942246" cy="369231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42246" cy="2789798"/>
            </a:xfrm>
            <a:custGeom>
              <a:avLst/>
              <a:gdLst/>
              <a:ahLst/>
              <a:cxnLst/>
              <a:rect r="r" b="b" t="t" l="l"/>
              <a:pathLst>
                <a:path h="2789798" w="2942246">
                  <a:moveTo>
                    <a:pt x="0" y="0"/>
                  </a:moveTo>
                  <a:lnTo>
                    <a:pt x="2942246" y="0"/>
                  </a:lnTo>
                  <a:lnTo>
                    <a:pt x="2942246" y="2789798"/>
                  </a:lnTo>
                  <a:lnTo>
                    <a:pt x="0" y="27897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1141618" y="3189181"/>
              <a:ext cx="659011" cy="503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219"/>
                </a:lnSpc>
                <a:spcBef>
                  <a:spcPct val="0"/>
                </a:spcBef>
              </a:pPr>
              <a:r>
                <a:rPr lang="en-US" sz="2299">
                  <a:solidFill>
                    <a:srgbClr val="000000"/>
                  </a:solidFill>
                  <a:latin typeface="Belleza"/>
                  <a:ea typeface="Belleza"/>
                  <a:cs typeface="Belleza"/>
                  <a:sym typeface="Belleza"/>
                </a:rPr>
                <a:t>Java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7523058" y="2295113"/>
            <a:ext cx="2835654" cy="2363045"/>
          </a:xfrm>
          <a:custGeom>
            <a:avLst/>
            <a:gdLst/>
            <a:ahLst/>
            <a:cxnLst/>
            <a:rect r="r" b="b" t="t" l="l"/>
            <a:pathLst>
              <a:path h="2363045" w="2835654">
                <a:moveTo>
                  <a:pt x="0" y="0"/>
                </a:moveTo>
                <a:lnTo>
                  <a:pt x="2835654" y="0"/>
                </a:lnTo>
                <a:lnTo>
                  <a:pt x="2835654" y="2363045"/>
                </a:lnTo>
                <a:lnTo>
                  <a:pt x="0" y="236304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50870" y="2334292"/>
            <a:ext cx="2323865" cy="2323865"/>
          </a:xfrm>
          <a:custGeom>
            <a:avLst/>
            <a:gdLst/>
            <a:ahLst/>
            <a:cxnLst/>
            <a:rect r="r" b="b" t="t" l="l"/>
            <a:pathLst>
              <a:path h="2323865" w="2323865">
                <a:moveTo>
                  <a:pt x="0" y="0"/>
                </a:moveTo>
                <a:lnTo>
                  <a:pt x="2323865" y="0"/>
                </a:lnTo>
                <a:lnTo>
                  <a:pt x="2323865" y="2323866"/>
                </a:lnTo>
                <a:lnTo>
                  <a:pt x="0" y="23238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289263" y="6556349"/>
            <a:ext cx="4656836" cy="1244684"/>
          </a:xfrm>
          <a:custGeom>
            <a:avLst/>
            <a:gdLst/>
            <a:ahLst/>
            <a:cxnLst/>
            <a:rect r="r" b="b" t="t" l="l"/>
            <a:pathLst>
              <a:path h="1244684" w="4656836">
                <a:moveTo>
                  <a:pt x="0" y="0"/>
                </a:moveTo>
                <a:lnTo>
                  <a:pt x="4656835" y="0"/>
                </a:lnTo>
                <a:lnTo>
                  <a:pt x="4656835" y="1244685"/>
                </a:lnTo>
                <a:lnTo>
                  <a:pt x="0" y="124468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753398" y="5727411"/>
            <a:ext cx="3040379" cy="2073623"/>
          </a:xfrm>
          <a:custGeom>
            <a:avLst/>
            <a:gdLst/>
            <a:ahLst/>
            <a:cxnLst/>
            <a:rect r="r" b="b" t="t" l="l"/>
            <a:pathLst>
              <a:path h="2073623" w="3040379">
                <a:moveTo>
                  <a:pt x="0" y="0"/>
                </a:moveTo>
                <a:lnTo>
                  <a:pt x="3040379" y="0"/>
                </a:lnTo>
                <a:lnTo>
                  <a:pt x="3040379" y="2073623"/>
                </a:lnTo>
                <a:lnTo>
                  <a:pt x="0" y="20736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290395" y="5904505"/>
            <a:ext cx="3670568" cy="2308696"/>
          </a:xfrm>
          <a:custGeom>
            <a:avLst/>
            <a:gdLst/>
            <a:ahLst/>
            <a:cxnLst/>
            <a:rect r="r" b="b" t="t" l="l"/>
            <a:pathLst>
              <a:path h="2308696" w="3670568">
                <a:moveTo>
                  <a:pt x="0" y="0"/>
                </a:moveTo>
                <a:lnTo>
                  <a:pt x="3670568" y="0"/>
                </a:lnTo>
                <a:lnTo>
                  <a:pt x="3670568" y="2308697"/>
                </a:lnTo>
                <a:lnTo>
                  <a:pt x="0" y="230869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4216" y="9258300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447388" y="1799609"/>
            <a:ext cx="10763804" cy="7124815"/>
          </a:xfrm>
          <a:custGeom>
            <a:avLst/>
            <a:gdLst/>
            <a:ahLst/>
            <a:cxnLst/>
            <a:rect r="r" b="b" t="t" l="l"/>
            <a:pathLst>
              <a:path h="7124815" w="10763804">
                <a:moveTo>
                  <a:pt x="0" y="0"/>
                </a:moveTo>
                <a:lnTo>
                  <a:pt x="10763805" y="0"/>
                </a:lnTo>
                <a:lnTo>
                  <a:pt x="10763805" y="7124815"/>
                </a:lnTo>
                <a:lnTo>
                  <a:pt x="0" y="71248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24087" y="439875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Use Case Diagram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4216" y="9258300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510355" y="1799609"/>
            <a:ext cx="12665163" cy="7124815"/>
          </a:xfrm>
          <a:custGeom>
            <a:avLst/>
            <a:gdLst/>
            <a:ahLst/>
            <a:cxnLst/>
            <a:rect r="r" b="b" t="t" l="l"/>
            <a:pathLst>
              <a:path h="7124815" w="12665163">
                <a:moveTo>
                  <a:pt x="0" y="0"/>
                </a:moveTo>
                <a:lnTo>
                  <a:pt x="12665163" y="0"/>
                </a:lnTo>
                <a:lnTo>
                  <a:pt x="12665163" y="7124815"/>
                </a:lnTo>
                <a:lnTo>
                  <a:pt x="0" y="71248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24087" y="439875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Use Case Diagram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527" y="585455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397543" y="1783014"/>
            <a:ext cx="13708378" cy="7653844"/>
          </a:xfrm>
          <a:custGeom>
            <a:avLst/>
            <a:gdLst/>
            <a:ahLst/>
            <a:cxnLst/>
            <a:rect r="r" b="b" t="t" l="l"/>
            <a:pathLst>
              <a:path h="7653844" w="13708378">
                <a:moveTo>
                  <a:pt x="0" y="0"/>
                </a:moveTo>
                <a:lnTo>
                  <a:pt x="13708378" y="0"/>
                </a:lnTo>
                <a:lnTo>
                  <a:pt x="13708378" y="7653845"/>
                </a:lnTo>
                <a:lnTo>
                  <a:pt x="0" y="76538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24087" y="439875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Use Case Diagram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527" y="585455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64564" y="1631693"/>
            <a:ext cx="10758872" cy="8445715"/>
          </a:xfrm>
          <a:custGeom>
            <a:avLst/>
            <a:gdLst/>
            <a:ahLst/>
            <a:cxnLst/>
            <a:rect r="r" b="b" t="t" l="l"/>
            <a:pathLst>
              <a:path h="8445715" w="10758872">
                <a:moveTo>
                  <a:pt x="0" y="0"/>
                </a:moveTo>
                <a:lnTo>
                  <a:pt x="10758872" y="0"/>
                </a:lnTo>
                <a:lnTo>
                  <a:pt x="10758872" y="8445715"/>
                </a:lnTo>
                <a:lnTo>
                  <a:pt x="0" y="844571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24087" y="439875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Class Diagram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527" y="585455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201263" y="1806735"/>
            <a:ext cx="11885474" cy="7869174"/>
          </a:xfrm>
          <a:custGeom>
            <a:avLst/>
            <a:gdLst/>
            <a:ahLst/>
            <a:cxnLst/>
            <a:rect r="r" b="b" t="t" l="l"/>
            <a:pathLst>
              <a:path h="7869174" w="11885474">
                <a:moveTo>
                  <a:pt x="0" y="0"/>
                </a:moveTo>
                <a:lnTo>
                  <a:pt x="11885474" y="0"/>
                </a:lnTo>
                <a:lnTo>
                  <a:pt x="11885474" y="7869174"/>
                </a:lnTo>
                <a:lnTo>
                  <a:pt x="0" y="78691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24087" y="439875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Activity Diagram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527" y="585455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89263" y="1802444"/>
            <a:ext cx="13708378" cy="7585302"/>
          </a:xfrm>
          <a:custGeom>
            <a:avLst/>
            <a:gdLst/>
            <a:ahLst/>
            <a:cxnLst/>
            <a:rect r="r" b="b" t="t" l="l"/>
            <a:pathLst>
              <a:path h="7585302" w="13708378">
                <a:moveTo>
                  <a:pt x="0" y="0"/>
                </a:moveTo>
                <a:lnTo>
                  <a:pt x="13708377" y="0"/>
                </a:lnTo>
                <a:lnTo>
                  <a:pt x="13708377" y="7585303"/>
                </a:lnTo>
                <a:lnTo>
                  <a:pt x="0" y="758530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24087" y="439875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Activity Diagram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05527" y="585455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5"/>
                </a:lnTo>
                <a:lnTo>
                  <a:pt x="0" y="8463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78225" y="1882247"/>
            <a:ext cx="13708378" cy="7613862"/>
          </a:xfrm>
          <a:custGeom>
            <a:avLst/>
            <a:gdLst/>
            <a:ahLst/>
            <a:cxnLst/>
            <a:rect r="r" b="b" t="t" l="l"/>
            <a:pathLst>
              <a:path h="7613862" w="13708378">
                <a:moveTo>
                  <a:pt x="0" y="0"/>
                </a:moveTo>
                <a:lnTo>
                  <a:pt x="13708378" y="0"/>
                </a:lnTo>
                <a:lnTo>
                  <a:pt x="13708378" y="7613862"/>
                </a:lnTo>
                <a:lnTo>
                  <a:pt x="0" y="76138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24087" y="439875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Activity Diagram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758962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529914" y="2588525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0648" y="3011698"/>
            <a:ext cx="1143532" cy="1151207"/>
          </a:xfrm>
          <a:custGeom>
            <a:avLst/>
            <a:gdLst/>
            <a:ahLst/>
            <a:cxnLst/>
            <a:rect r="r" b="b" t="t" l="l"/>
            <a:pathLst>
              <a:path h="1151207" w="1143532">
                <a:moveTo>
                  <a:pt x="0" y="0"/>
                </a:moveTo>
                <a:lnTo>
                  <a:pt x="1143532" y="0"/>
                </a:lnTo>
                <a:lnTo>
                  <a:pt x="1143532" y="1151207"/>
                </a:lnTo>
                <a:lnTo>
                  <a:pt x="0" y="11512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12257" y="910823"/>
            <a:ext cx="13452404" cy="1432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63"/>
              </a:lnSpc>
              <a:spcBef>
                <a:spcPct val="0"/>
              </a:spcBef>
            </a:pPr>
            <a:r>
              <a:rPr lang="en-US" sz="9469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Execution Strategy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830907" y="3268214"/>
            <a:ext cx="829091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8"/>
              </a:lnSpc>
              <a:spcBef>
                <a:spcPct val="0"/>
              </a:spcBef>
            </a:pPr>
            <a:r>
              <a:rPr lang="en-US" sz="4115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Mapping the logic using UML Diagrams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60648" y="4428181"/>
            <a:ext cx="1143532" cy="1151207"/>
          </a:xfrm>
          <a:custGeom>
            <a:avLst/>
            <a:gdLst/>
            <a:ahLst/>
            <a:cxnLst/>
            <a:rect r="r" b="b" t="t" l="l"/>
            <a:pathLst>
              <a:path h="1151207" w="1143532">
                <a:moveTo>
                  <a:pt x="0" y="0"/>
                </a:moveTo>
                <a:lnTo>
                  <a:pt x="1143532" y="0"/>
                </a:lnTo>
                <a:lnTo>
                  <a:pt x="1143532" y="1151207"/>
                </a:lnTo>
                <a:lnTo>
                  <a:pt x="0" y="11512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30907" y="4684697"/>
            <a:ext cx="5223346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8"/>
              </a:lnSpc>
              <a:spcBef>
                <a:spcPct val="0"/>
              </a:spcBef>
            </a:pPr>
            <a:r>
              <a:rPr lang="en-US" sz="4115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Coding the booking rules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60648" y="5798237"/>
            <a:ext cx="1143532" cy="1151207"/>
          </a:xfrm>
          <a:custGeom>
            <a:avLst/>
            <a:gdLst/>
            <a:ahLst/>
            <a:cxnLst/>
            <a:rect r="r" b="b" t="t" l="l"/>
            <a:pathLst>
              <a:path h="1151207" w="1143532">
                <a:moveTo>
                  <a:pt x="0" y="0"/>
                </a:moveTo>
                <a:lnTo>
                  <a:pt x="1143532" y="0"/>
                </a:lnTo>
                <a:lnTo>
                  <a:pt x="1143532" y="1151207"/>
                </a:lnTo>
                <a:lnTo>
                  <a:pt x="0" y="11512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865659" y="6103922"/>
            <a:ext cx="515384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8"/>
              </a:lnSpc>
              <a:spcBef>
                <a:spcPct val="0"/>
              </a:spcBef>
            </a:pPr>
            <a:r>
              <a:rPr lang="en-US" sz="4115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Connecting the database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60648" y="7360017"/>
            <a:ext cx="1143532" cy="1151207"/>
          </a:xfrm>
          <a:custGeom>
            <a:avLst/>
            <a:gdLst/>
            <a:ahLst/>
            <a:cxnLst/>
            <a:rect r="r" b="b" t="t" l="l"/>
            <a:pathLst>
              <a:path h="1151207" w="1143532">
                <a:moveTo>
                  <a:pt x="0" y="0"/>
                </a:moveTo>
                <a:lnTo>
                  <a:pt x="1143532" y="0"/>
                </a:lnTo>
                <a:lnTo>
                  <a:pt x="1143532" y="1151207"/>
                </a:lnTo>
                <a:lnTo>
                  <a:pt x="0" y="11512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65659" y="7616533"/>
            <a:ext cx="11513083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38"/>
              </a:lnSpc>
              <a:spcBef>
                <a:spcPct val="0"/>
              </a:spcBef>
            </a:pPr>
            <a:r>
              <a:rPr lang="en-US" sz="4115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Implementing stream APIs and Custom Implimentation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4216" y="9258300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88926" y="2239358"/>
            <a:ext cx="1000673" cy="1000673"/>
          </a:xfrm>
          <a:custGeom>
            <a:avLst/>
            <a:gdLst/>
            <a:ahLst/>
            <a:cxnLst/>
            <a:rect r="r" b="b" t="t" l="l"/>
            <a:pathLst>
              <a:path h="1000673" w="1000673">
                <a:moveTo>
                  <a:pt x="0" y="0"/>
                </a:moveTo>
                <a:lnTo>
                  <a:pt x="1000673" y="0"/>
                </a:lnTo>
                <a:lnTo>
                  <a:pt x="1000673" y="1000673"/>
                </a:lnTo>
                <a:lnTo>
                  <a:pt x="0" y="1000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224087" y="439875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Key Challenges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788926" y="4142827"/>
            <a:ext cx="1000673" cy="1000673"/>
          </a:xfrm>
          <a:custGeom>
            <a:avLst/>
            <a:gdLst/>
            <a:ahLst/>
            <a:cxnLst/>
            <a:rect r="r" b="b" t="t" l="l"/>
            <a:pathLst>
              <a:path h="1000673" w="1000673">
                <a:moveTo>
                  <a:pt x="0" y="0"/>
                </a:moveTo>
                <a:lnTo>
                  <a:pt x="1000673" y="0"/>
                </a:lnTo>
                <a:lnTo>
                  <a:pt x="1000673" y="1000673"/>
                </a:lnTo>
                <a:lnTo>
                  <a:pt x="0" y="1000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88926" y="6046296"/>
            <a:ext cx="1000673" cy="1000673"/>
          </a:xfrm>
          <a:custGeom>
            <a:avLst/>
            <a:gdLst/>
            <a:ahLst/>
            <a:cxnLst/>
            <a:rect r="r" b="b" t="t" l="l"/>
            <a:pathLst>
              <a:path h="1000673" w="1000673">
                <a:moveTo>
                  <a:pt x="0" y="0"/>
                </a:moveTo>
                <a:lnTo>
                  <a:pt x="1000673" y="0"/>
                </a:lnTo>
                <a:lnTo>
                  <a:pt x="1000673" y="1000673"/>
                </a:lnTo>
                <a:lnTo>
                  <a:pt x="0" y="100067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788926" y="7949765"/>
            <a:ext cx="1000673" cy="1000673"/>
          </a:xfrm>
          <a:custGeom>
            <a:avLst/>
            <a:gdLst/>
            <a:ahLst/>
            <a:cxnLst/>
            <a:rect r="r" b="b" t="t" l="l"/>
            <a:pathLst>
              <a:path h="1000673" w="1000673">
                <a:moveTo>
                  <a:pt x="0" y="0"/>
                </a:moveTo>
                <a:lnTo>
                  <a:pt x="1000673" y="0"/>
                </a:lnTo>
                <a:lnTo>
                  <a:pt x="1000673" y="1000672"/>
                </a:lnTo>
                <a:lnTo>
                  <a:pt x="0" y="10006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274011" y="8194152"/>
            <a:ext cx="790015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  <a:spcBef>
                <a:spcPct val="0"/>
              </a:spcBef>
            </a:pPr>
            <a:r>
              <a:rPr lang="en-US" sz="40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Team</a:t>
            </a:r>
            <a:r>
              <a:rPr lang="en-US" sz="40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 Collaboration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78168" y="2415845"/>
            <a:ext cx="790015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  <a:spcBef>
                <a:spcPct val="0"/>
              </a:spcBef>
            </a:pPr>
            <a:r>
              <a:rPr lang="en-US" sz="40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Tight Deadlines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176364" y="4319314"/>
            <a:ext cx="790015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  <a:spcBef>
                <a:spcPct val="0"/>
              </a:spcBef>
            </a:pPr>
            <a:r>
              <a:rPr lang="en-US" sz="40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Unexpected Bugs and issues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74011" y="6222782"/>
            <a:ext cx="7900154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  <a:spcBef>
                <a:spcPct val="0"/>
              </a:spcBef>
            </a:pPr>
            <a:r>
              <a:rPr lang="en-US" sz="40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N</a:t>
            </a:r>
            <a:r>
              <a:rPr lang="en-US" sz="4015">
                <a:solidFill>
                  <a:srgbClr val="FFFFFF"/>
                </a:solidFill>
                <a:latin typeface="Belleza"/>
                <a:ea typeface="Belleza"/>
                <a:cs typeface="Belleza"/>
                <a:sym typeface="Belleza"/>
              </a:rPr>
              <a:t>ew Technologies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-387767">
            <a:off x="13656274" y="2152585"/>
            <a:ext cx="3426008" cy="3338801"/>
          </a:xfrm>
          <a:custGeom>
            <a:avLst/>
            <a:gdLst/>
            <a:ahLst/>
            <a:cxnLst/>
            <a:rect r="r" b="b" t="t" l="l"/>
            <a:pathLst>
              <a:path h="3338801" w="3426008">
                <a:moveTo>
                  <a:pt x="0" y="0"/>
                </a:moveTo>
                <a:lnTo>
                  <a:pt x="3426008" y="0"/>
                </a:lnTo>
                <a:lnTo>
                  <a:pt x="3426008" y="3338801"/>
                </a:lnTo>
                <a:lnTo>
                  <a:pt x="0" y="33388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4216" y="9258300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60657" y="4348324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DEMO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4216" y="9258300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960657" y="4348324"/>
            <a:ext cx="7839825" cy="1025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  <a:spcBef>
                <a:spcPct val="0"/>
              </a:spcBef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Any Questions?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315B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1695946"/>
            <a:ext cx="18547175" cy="13114398"/>
          </a:xfrm>
          <a:custGeom>
            <a:avLst/>
            <a:gdLst/>
            <a:ahLst/>
            <a:cxnLst/>
            <a:rect r="r" b="b" t="t" l="l"/>
            <a:pathLst>
              <a:path h="13114398" w="18547175">
                <a:moveTo>
                  <a:pt x="0" y="0"/>
                </a:moveTo>
                <a:lnTo>
                  <a:pt x="18547175" y="0"/>
                </a:lnTo>
                <a:lnTo>
                  <a:pt x="18547175" y="13114398"/>
                </a:lnTo>
                <a:lnTo>
                  <a:pt x="0" y="13114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-1858334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7" y="0"/>
                </a:lnTo>
                <a:lnTo>
                  <a:pt x="4147597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214202" y="8213202"/>
            <a:ext cx="4147597" cy="4147597"/>
          </a:xfrm>
          <a:custGeom>
            <a:avLst/>
            <a:gdLst/>
            <a:ahLst/>
            <a:cxnLst/>
            <a:rect r="r" b="b" t="t" l="l"/>
            <a:pathLst>
              <a:path h="4147597" w="4147597">
                <a:moveTo>
                  <a:pt x="0" y="0"/>
                </a:moveTo>
                <a:lnTo>
                  <a:pt x="4147596" y="0"/>
                </a:lnTo>
                <a:lnTo>
                  <a:pt x="4147596" y="4147596"/>
                </a:lnTo>
                <a:lnTo>
                  <a:pt x="0" y="41475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24216" y="9258300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5" y="0"/>
                </a:lnTo>
                <a:lnTo>
                  <a:pt x="846345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412954" y="7178691"/>
            <a:ext cx="846346" cy="846346"/>
          </a:xfrm>
          <a:custGeom>
            <a:avLst/>
            <a:gdLst/>
            <a:ahLst/>
            <a:cxnLst/>
            <a:rect r="r" b="b" t="t" l="l"/>
            <a:pathLst>
              <a:path h="846346" w="846346">
                <a:moveTo>
                  <a:pt x="0" y="0"/>
                </a:moveTo>
                <a:lnTo>
                  <a:pt x="846346" y="0"/>
                </a:lnTo>
                <a:lnTo>
                  <a:pt x="846346" y="846346"/>
                </a:lnTo>
                <a:lnTo>
                  <a:pt x="0" y="8463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92372" y="3075261"/>
            <a:ext cx="7839825" cy="410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85"/>
              </a:lnSpc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THANK YOU!</a:t>
            </a:r>
          </a:p>
          <a:p>
            <a:pPr algn="ctr">
              <a:lnSpc>
                <a:spcPts val="8085"/>
              </a:lnSpc>
            </a:pPr>
          </a:p>
          <a:p>
            <a:pPr algn="ctr">
              <a:lnSpc>
                <a:spcPts val="8085"/>
              </a:lnSpc>
            </a:pPr>
            <a:r>
              <a:rPr lang="en-US" sz="6738">
                <a:solidFill>
                  <a:srgbClr val="FFFFFF"/>
                </a:solidFill>
                <a:latin typeface="Fredoka"/>
                <a:ea typeface="Fredoka"/>
                <a:cs typeface="Fredoka"/>
                <a:sym typeface="Fredoka"/>
              </a:rPr>
              <a:t>Team Nitro</a:t>
            </a:r>
          </a:p>
          <a:p>
            <a:pPr algn="ctr">
              <a:lnSpc>
                <a:spcPts val="808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DAG_0diYTdI</dc:identifier>
  <dcterms:modified xsi:type="dcterms:W3CDTF">2011-08-01T06:04:30Z</dcterms:modified>
  <cp:revision>1</cp:revision>
  <dc:title>FlipFit</dc:title>
</cp:coreProperties>
</file>